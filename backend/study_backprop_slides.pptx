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Backpropagation and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00" cy="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Optimization methods: Stochastic Gradient Descent (SGD), Adam, and RMSprop. Learning rate governs step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